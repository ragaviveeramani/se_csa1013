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7994F0-8A9D-4A96-9172-75B0AB407924}" v="5" dt="2026-08-24T06:08:35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avi V" userId="c3dd1c62da7dd4b3" providerId="LiveId" clId="{2E9F0427-8EDC-48F9-8404-C7792F861885}"/>
    <pc:docChg chg="undo redo custSel delSld modSld">
      <pc:chgData name="Ragavi V" userId="c3dd1c62da7dd4b3" providerId="LiveId" clId="{2E9F0427-8EDC-48F9-8404-C7792F861885}" dt="2026-08-24T06:09:41.295" v="365" actId="1076"/>
      <pc:docMkLst>
        <pc:docMk/>
      </pc:docMkLst>
      <pc:sldChg chg="addSp delSp modSp mod">
        <pc:chgData name="Ragavi V" userId="c3dd1c62da7dd4b3" providerId="LiveId" clId="{2E9F0427-8EDC-48F9-8404-C7792F861885}" dt="2026-08-24T06:09:41.295" v="365" actId="1076"/>
        <pc:sldMkLst>
          <pc:docMk/>
          <pc:sldMk cId="2373954500" sldId="256"/>
        </pc:sldMkLst>
        <pc:spChg chg="mod">
          <ac:chgData name="Ragavi V" userId="c3dd1c62da7dd4b3" providerId="LiveId" clId="{2E9F0427-8EDC-48F9-8404-C7792F861885}" dt="2026-08-24T06:09:31.774" v="364" actId="2711"/>
          <ac:spMkLst>
            <pc:docMk/>
            <pc:sldMk cId="2373954500" sldId="256"/>
            <ac:spMk id="2" creationId="{E425F0BE-821F-923A-D2C4-A72FC3FCFFB1}"/>
          </ac:spMkLst>
        </pc:spChg>
        <pc:spChg chg="del mod">
          <ac:chgData name="Ragavi V" userId="c3dd1c62da7dd4b3" providerId="LiveId" clId="{2E9F0427-8EDC-48F9-8404-C7792F861885}" dt="2026-08-24T06:08:22.704" v="344" actId="478"/>
          <ac:spMkLst>
            <pc:docMk/>
            <pc:sldMk cId="2373954500" sldId="256"/>
            <ac:spMk id="3" creationId="{117B46A1-DE30-A5C0-CD99-FE109E187625}"/>
          </ac:spMkLst>
        </pc:spChg>
        <pc:spChg chg="add mod">
          <ac:chgData name="Ragavi V" userId="c3dd1c62da7dd4b3" providerId="LiveId" clId="{2E9F0427-8EDC-48F9-8404-C7792F861885}" dt="2026-08-24T06:09:41.295" v="365" actId="1076"/>
          <ac:spMkLst>
            <pc:docMk/>
            <pc:sldMk cId="2373954500" sldId="256"/>
            <ac:spMk id="4" creationId="{6F51A185-53B7-1404-7739-6B0822D7A0F3}"/>
          </ac:spMkLst>
        </pc:spChg>
        <pc:spChg chg="add mod">
          <ac:chgData name="Ragavi V" userId="c3dd1c62da7dd4b3" providerId="LiveId" clId="{2E9F0427-8EDC-48F9-8404-C7792F861885}" dt="2026-08-24T06:09:21.705" v="362" actId="1076"/>
          <ac:spMkLst>
            <pc:docMk/>
            <pc:sldMk cId="2373954500" sldId="256"/>
            <ac:spMk id="5" creationId="{090447A9-A52B-5119-F5C1-2111447B843B}"/>
          </ac:spMkLst>
        </pc:spChg>
      </pc:sldChg>
      <pc:sldChg chg="modSp mod">
        <pc:chgData name="Ragavi V" userId="c3dd1c62da7dd4b3" providerId="LiveId" clId="{2E9F0427-8EDC-48F9-8404-C7792F861885}" dt="2026-08-24T05:44:01.735" v="5" actId="255"/>
        <pc:sldMkLst>
          <pc:docMk/>
          <pc:sldMk cId="2548738041" sldId="257"/>
        </pc:sldMkLst>
        <pc:spChg chg="mod">
          <ac:chgData name="Ragavi V" userId="c3dd1c62da7dd4b3" providerId="LiveId" clId="{2E9F0427-8EDC-48F9-8404-C7792F861885}" dt="2026-08-24T05:43:35.644" v="0" actId="1076"/>
          <ac:spMkLst>
            <pc:docMk/>
            <pc:sldMk cId="2548738041" sldId="257"/>
            <ac:spMk id="2" creationId="{36FAA005-292F-1B86-8CD2-CE17CC375CFF}"/>
          </ac:spMkLst>
        </pc:spChg>
        <pc:spChg chg="mod">
          <ac:chgData name="Ragavi V" userId="c3dd1c62da7dd4b3" providerId="LiveId" clId="{2E9F0427-8EDC-48F9-8404-C7792F861885}" dt="2026-08-24T05:44:01.735" v="5" actId="255"/>
          <ac:spMkLst>
            <pc:docMk/>
            <pc:sldMk cId="2548738041" sldId="257"/>
            <ac:spMk id="3" creationId="{CE008FC3-8A7F-826C-2FD4-74331B3EAC57}"/>
          </ac:spMkLst>
        </pc:spChg>
      </pc:sldChg>
      <pc:sldChg chg="modSp mod">
        <pc:chgData name="Ragavi V" userId="c3dd1c62da7dd4b3" providerId="LiveId" clId="{2E9F0427-8EDC-48F9-8404-C7792F861885}" dt="2026-08-24T05:45:18.429" v="20" actId="1076"/>
        <pc:sldMkLst>
          <pc:docMk/>
          <pc:sldMk cId="69907968" sldId="258"/>
        </pc:sldMkLst>
        <pc:spChg chg="mod">
          <ac:chgData name="Ragavi V" userId="c3dd1c62da7dd4b3" providerId="LiveId" clId="{2E9F0427-8EDC-48F9-8404-C7792F861885}" dt="2026-08-24T05:44:40.464" v="15" actId="255"/>
          <ac:spMkLst>
            <pc:docMk/>
            <pc:sldMk cId="69907968" sldId="258"/>
            <ac:spMk id="2" creationId="{4A634081-F044-3072-66BD-BF65B2E27230}"/>
          </ac:spMkLst>
        </pc:spChg>
        <pc:spChg chg="mod">
          <ac:chgData name="Ragavi V" userId="c3dd1c62da7dd4b3" providerId="LiveId" clId="{2E9F0427-8EDC-48F9-8404-C7792F861885}" dt="2026-08-24T05:45:18.429" v="20" actId="1076"/>
          <ac:spMkLst>
            <pc:docMk/>
            <pc:sldMk cId="69907968" sldId="258"/>
            <ac:spMk id="3" creationId="{5EBA0AC8-6CC7-935F-24C4-22014100ED85}"/>
          </ac:spMkLst>
        </pc:spChg>
      </pc:sldChg>
      <pc:sldChg chg="modSp mod">
        <pc:chgData name="Ragavi V" userId="c3dd1c62da7dd4b3" providerId="LiveId" clId="{2E9F0427-8EDC-48F9-8404-C7792F861885}" dt="2026-08-24T05:45:53.251" v="28" actId="1076"/>
        <pc:sldMkLst>
          <pc:docMk/>
          <pc:sldMk cId="3414190990" sldId="259"/>
        </pc:sldMkLst>
        <pc:spChg chg="mod">
          <ac:chgData name="Ragavi V" userId="c3dd1c62da7dd4b3" providerId="LiveId" clId="{2E9F0427-8EDC-48F9-8404-C7792F861885}" dt="2026-08-24T05:45:53.251" v="28" actId="1076"/>
          <ac:spMkLst>
            <pc:docMk/>
            <pc:sldMk cId="3414190990" sldId="259"/>
            <ac:spMk id="2" creationId="{FA09AF7D-B9E9-83EC-D847-862FA58CC354}"/>
          </ac:spMkLst>
        </pc:spChg>
        <pc:spChg chg="mod">
          <ac:chgData name="Ragavi V" userId="c3dd1c62da7dd4b3" providerId="LiveId" clId="{2E9F0427-8EDC-48F9-8404-C7792F861885}" dt="2026-08-24T05:45:42.682" v="26" actId="2710"/>
          <ac:spMkLst>
            <pc:docMk/>
            <pc:sldMk cId="3414190990" sldId="259"/>
            <ac:spMk id="3" creationId="{646A7646-7BF1-90AC-169A-3DDF81FD1E06}"/>
          </ac:spMkLst>
        </pc:spChg>
      </pc:sldChg>
      <pc:sldChg chg="del">
        <pc:chgData name="Ragavi V" userId="c3dd1c62da7dd4b3" providerId="LiveId" clId="{2E9F0427-8EDC-48F9-8404-C7792F861885}" dt="2026-08-24T06:05:47.673" v="215" actId="47"/>
        <pc:sldMkLst>
          <pc:docMk/>
          <pc:sldMk cId="1296924320" sldId="260"/>
        </pc:sldMkLst>
      </pc:sldChg>
      <pc:sldChg chg="addSp delSp modSp mod">
        <pc:chgData name="Ragavi V" userId="c3dd1c62da7dd4b3" providerId="LiveId" clId="{2E9F0427-8EDC-48F9-8404-C7792F861885}" dt="2026-08-24T05:51:54.075" v="70" actId="14100"/>
        <pc:sldMkLst>
          <pc:docMk/>
          <pc:sldMk cId="2745411812" sldId="261"/>
        </pc:sldMkLst>
        <pc:spChg chg="mod">
          <ac:chgData name="Ragavi V" userId="c3dd1c62da7dd4b3" providerId="LiveId" clId="{2E9F0427-8EDC-48F9-8404-C7792F861885}" dt="2026-08-24T05:50:59.724" v="60" actId="2710"/>
          <ac:spMkLst>
            <pc:docMk/>
            <pc:sldMk cId="2745411812" sldId="261"/>
            <ac:spMk id="3" creationId="{DEF78B1A-F54E-2AA1-C270-08DE3AC44B5A}"/>
          </ac:spMkLst>
        </pc:spChg>
        <pc:spChg chg="mod">
          <ac:chgData name="Ragavi V" userId="c3dd1c62da7dd4b3" providerId="LiveId" clId="{2E9F0427-8EDC-48F9-8404-C7792F861885}" dt="2026-08-24T05:51:54.075" v="70" actId="14100"/>
          <ac:spMkLst>
            <pc:docMk/>
            <pc:sldMk cId="2745411812" sldId="261"/>
            <ac:spMk id="4" creationId="{2FDB6538-8D53-933B-7F38-151590D167F4}"/>
          </ac:spMkLst>
        </pc:spChg>
        <pc:spChg chg="add del mod">
          <ac:chgData name="Ragavi V" userId="c3dd1c62da7dd4b3" providerId="LiveId" clId="{2E9F0427-8EDC-48F9-8404-C7792F861885}" dt="2026-08-24T05:49:06.596" v="41" actId="478"/>
          <ac:spMkLst>
            <pc:docMk/>
            <pc:sldMk cId="2745411812" sldId="261"/>
            <ac:spMk id="5" creationId="{1BAEE978-067C-831F-DC71-0CC18AC9AA50}"/>
          </ac:spMkLst>
        </pc:spChg>
      </pc:sldChg>
      <pc:sldChg chg="modSp mod">
        <pc:chgData name="Ragavi V" userId="c3dd1c62da7dd4b3" providerId="LiveId" clId="{2E9F0427-8EDC-48F9-8404-C7792F861885}" dt="2026-08-24T05:55:33.376" v="104" actId="1076"/>
        <pc:sldMkLst>
          <pc:docMk/>
          <pc:sldMk cId="1515295996" sldId="262"/>
        </pc:sldMkLst>
        <pc:spChg chg="mod">
          <ac:chgData name="Ragavi V" userId="c3dd1c62da7dd4b3" providerId="LiveId" clId="{2E9F0427-8EDC-48F9-8404-C7792F861885}" dt="2026-08-24T05:52:18.119" v="72" actId="1076"/>
          <ac:spMkLst>
            <pc:docMk/>
            <pc:sldMk cId="1515295996" sldId="262"/>
            <ac:spMk id="2" creationId="{4A620C54-F0F0-D9CD-1200-0D2299A177ED}"/>
          </ac:spMkLst>
        </pc:spChg>
        <pc:spChg chg="mod">
          <ac:chgData name="Ragavi V" userId="c3dd1c62da7dd4b3" providerId="LiveId" clId="{2E9F0427-8EDC-48F9-8404-C7792F861885}" dt="2026-08-24T05:54:45.600" v="99" actId="2710"/>
          <ac:spMkLst>
            <pc:docMk/>
            <pc:sldMk cId="1515295996" sldId="262"/>
            <ac:spMk id="3" creationId="{BAC04AB7-4D54-E37C-AD8A-A6D99AF52F4B}"/>
          </ac:spMkLst>
        </pc:spChg>
        <pc:spChg chg="mod">
          <ac:chgData name="Ragavi V" userId="c3dd1c62da7dd4b3" providerId="LiveId" clId="{2E9F0427-8EDC-48F9-8404-C7792F861885}" dt="2026-08-24T05:55:33.376" v="104" actId="1076"/>
          <ac:spMkLst>
            <pc:docMk/>
            <pc:sldMk cId="1515295996" sldId="262"/>
            <ac:spMk id="4" creationId="{1F1B5481-1285-E714-E57B-3726C6059678}"/>
          </ac:spMkLst>
        </pc:spChg>
      </pc:sldChg>
      <pc:sldChg chg="modSp mod">
        <pc:chgData name="Ragavi V" userId="c3dd1c62da7dd4b3" providerId="LiveId" clId="{2E9F0427-8EDC-48F9-8404-C7792F861885}" dt="2026-08-24T06:00:08.437" v="154" actId="1076"/>
        <pc:sldMkLst>
          <pc:docMk/>
          <pc:sldMk cId="3776661609" sldId="263"/>
        </pc:sldMkLst>
        <pc:spChg chg="mod">
          <ac:chgData name="Ragavi V" userId="c3dd1c62da7dd4b3" providerId="LiveId" clId="{2E9F0427-8EDC-48F9-8404-C7792F861885}" dt="2026-08-24T06:00:08.437" v="154" actId="1076"/>
          <ac:spMkLst>
            <pc:docMk/>
            <pc:sldMk cId="3776661609" sldId="263"/>
            <ac:spMk id="2" creationId="{1C3AAF2F-8365-35D8-4B60-B6B1221D66AF}"/>
          </ac:spMkLst>
        </pc:spChg>
        <pc:spChg chg="mod">
          <ac:chgData name="Ragavi V" userId="c3dd1c62da7dd4b3" providerId="LiveId" clId="{2E9F0427-8EDC-48F9-8404-C7792F861885}" dt="2026-08-24T05:59:46.946" v="152" actId="5793"/>
          <ac:spMkLst>
            <pc:docMk/>
            <pc:sldMk cId="3776661609" sldId="263"/>
            <ac:spMk id="3" creationId="{0E63807A-11E3-44F0-4707-CB7281648431}"/>
          </ac:spMkLst>
        </pc:spChg>
        <pc:spChg chg="mod">
          <ac:chgData name="Ragavi V" userId="c3dd1c62da7dd4b3" providerId="LiveId" clId="{2E9F0427-8EDC-48F9-8404-C7792F861885}" dt="2026-08-24T05:59:43.808" v="151" actId="1076"/>
          <ac:spMkLst>
            <pc:docMk/>
            <pc:sldMk cId="3776661609" sldId="263"/>
            <ac:spMk id="4" creationId="{142BFD4E-375C-D096-4433-2E984CDF21DD}"/>
          </ac:spMkLst>
        </pc:spChg>
      </pc:sldChg>
      <pc:sldChg chg="modSp mod">
        <pc:chgData name="Ragavi V" userId="c3dd1c62da7dd4b3" providerId="LiveId" clId="{2E9F0427-8EDC-48F9-8404-C7792F861885}" dt="2026-08-24T05:57:57.614" v="130" actId="1076"/>
        <pc:sldMkLst>
          <pc:docMk/>
          <pc:sldMk cId="3422174095" sldId="264"/>
        </pc:sldMkLst>
        <pc:spChg chg="mod">
          <ac:chgData name="Ragavi V" userId="c3dd1c62da7dd4b3" providerId="LiveId" clId="{2E9F0427-8EDC-48F9-8404-C7792F861885}" dt="2026-08-24T05:56:06.238" v="107" actId="14100"/>
          <ac:spMkLst>
            <pc:docMk/>
            <pc:sldMk cId="3422174095" sldId="264"/>
            <ac:spMk id="2" creationId="{2DD2F0E0-1C7D-9DB2-C362-42871DA89354}"/>
          </ac:spMkLst>
        </pc:spChg>
        <pc:spChg chg="mod">
          <ac:chgData name="Ragavi V" userId="c3dd1c62da7dd4b3" providerId="LiveId" clId="{2E9F0427-8EDC-48F9-8404-C7792F861885}" dt="2026-08-24T05:57:57.614" v="130" actId="1076"/>
          <ac:spMkLst>
            <pc:docMk/>
            <pc:sldMk cId="3422174095" sldId="264"/>
            <ac:spMk id="3" creationId="{954F6058-4D21-0B44-DA12-765223DDC7DC}"/>
          </ac:spMkLst>
        </pc:spChg>
      </pc:sldChg>
      <pc:sldChg chg="modSp mod">
        <pc:chgData name="Ragavi V" userId="c3dd1c62da7dd4b3" providerId="LiveId" clId="{2E9F0427-8EDC-48F9-8404-C7792F861885}" dt="2026-08-24T06:01:47.675" v="169" actId="20577"/>
        <pc:sldMkLst>
          <pc:docMk/>
          <pc:sldMk cId="675724529" sldId="265"/>
        </pc:sldMkLst>
        <pc:spChg chg="mod">
          <ac:chgData name="Ragavi V" userId="c3dd1c62da7dd4b3" providerId="LiveId" clId="{2E9F0427-8EDC-48F9-8404-C7792F861885}" dt="2026-08-24T06:00:43.274" v="159" actId="14100"/>
          <ac:spMkLst>
            <pc:docMk/>
            <pc:sldMk cId="675724529" sldId="265"/>
            <ac:spMk id="2" creationId="{7EB433C5-77EA-5BEB-38FD-DE342DA910C8}"/>
          </ac:spMkLst>
        </pc:spChg>
        <pc:spChg chg="mod">
          <ac:chgData name="Ragavi V" userId="c3dd1c62da7dd4b3" providerId="LiveId" clId="{2E9F0427-8EDC-48F9-8404-C7792F861885}" dt="2026-08-24T06:01:47.675" v="169" actId="20577"/>
          <ac:spMkLst>
            <pc:docMk/>
            <pc:sldMk cId="675724529" sldId="265"/>
            <ac:spMk id="3" creationId="{CE2F5FEE-1EEB-AB68-1513-122454F44709}"/>
          </ac:spMkLst>
        </pc:spChg>
      </pc:sldChg>
      <pc:sldChg chg="modSp mod">
        <pc:chgData name="Ragavi V" userId="c3dd1c62da7dd4b3" providerId="LiveId" clId="{2E9F0427-8EDC-48F9-8404-C7792F861885}" dt="2026-08-24T06:04:52.143" v="213" actId="27636"/>
        <pc:sldMkLst>
          <pc:docMk/>
          <pc:sldMk cId="2942774460" sldId="266"/>
        </pc:sldMkLst>
        <pc:spChg chg="mod">
          <ac:chgData name="Ragavi V" userId="c3dd1c62da7dd4b3" providerId="LiveId" clId="{2E9F0427-8EDC-48F9-8404-C7792F861885}" dt="2026-08-24T06:02:20.432" v="174" actId="255"/>
          <ac:spMkLst>
            <pc:docMk/>
            <pc:sldMk cId="2942774460" sldId="266"/>
            <ac:spMk id="2" creationId="{667BAF56-5731-DCBD-F72F-8D0857027095}"/>
          </ac:spMkLst>
        </pc:spChg>
        <pc:spChg chg="mod">
          <ac:chgData name="Ragavi V" userId="c3dd1c62da7dd4b3" providerId="LiveId" clId="{2E9F0427-8EDC-48F9-8404-C7792F861885}" dt="2026-08-24T06:04:52.143" v="213" actId="27636"/>
          <ac:spMkLst>
            <pc:docMk/>
            <pc:sldMk cId="2942774460" sldId="266"/>
            <ac:spMk id="3" creationId="{29B758F9-6E4A-FE64-1FF2-D93ED56BBE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B0FB-DB43-D1E0-710C-E9A7F889A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3CE87-D66B-EE72-D7DC-AF02133DE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FD34-DC31-D11B-5BF1-876CAB82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5EBCA-B8A2-F310-8834-EBC8D0AA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F331B-25A5-37D8-5C77-159412134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39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08B8-6A17-465E-ED67-65582D51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1401-8EA9-2FFB-CBD7-8EDF53D1F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701B4-658B-9C63-D9CC-C9076150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B6377-5B2E-A770-B0B6-50DA97EE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81B61-6A34-F286-7E20-3DC9928D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7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F5CE-5DE0-6683-85A9-116D94261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F5B9-9244-E6CF-FB6C-501292153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9C582-BEDF-2426-94CD-56BD80E5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83F31-CC24-7F9F-83D0-F00C226A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B1B98-980D-26F6-B8BC-342A70A1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3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9F4E-8ACD-7149-242D-3F94A3F9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31B6-89AF-6229-8EA7-119968308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2012-85C7-1780-A315-7F26B574F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3093D-D53C-BE15-BA48-D0DDE323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06405-E969-B46F-E6E1-120FFF74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C95E8-01F2-9955-FE32-1045AB88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8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F43A-707F-88DE-CD55-8D4C522D7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59672-34D0-130D-0AC7-F844CB4B5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A5DC-76EE-5F5C-8A18-386987CBF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547C07-CAED-20A3-2823-787D0CC9E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88652-1BF9-DB1E-B07D-678B970C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837E1-1129-C995-7011-CF459081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AB2DC-D2C8-3391-2550-FDA4D283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15942-756D-FB86-0B85-C8790D6B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18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7718-E1B2-8741-6A7A-5254A95D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204C8-B1A7-EBD1-BC9B-AB22C3BC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530A3-0D65-C19B-CB14-8A0149FB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64FC8-1AA9-FAF7-6B75-7E728B4A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4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372CC-0AF5-B64E-9156-7FD2B057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91AD3-A881-8354-6463-EDF68F10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8873-F735-CFCB-94F9-8C2168B1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4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7C104-0A27-1D15-CB5B-181BAFFA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E483-BAC7-A8CF-412E-2DCD79F60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85EF4-FDA9-2D12-12BE-CA462F96E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7068C-4035-D1CA-9ECE-48C7099B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0424A-6785-F346-8A75-724B9318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0BF18-9FF3-BBFD-4F26-BDAED9C4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6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7615-7CD9-A5DB-370E-4E82798A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C4388-E3AA-2951-1A73-9506D88A2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4F748-9FFF-3D22-BF11-5F7D78F33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8E1EC-6DAD-0AB3-8672-FDD6E0E8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B9BF-CC01-7C24-BA5F-56D953DC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010DC-7E33-8A49-E27E-8776D595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96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2361-C6B6-C8B7-2DD3-075B39F5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E3946-8B9C-9836-15DF-A2FBB9FF3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D1693-C1C9-2016-6A01-2A9F7E82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E432D-6D36-3E88-3E95-E7305EC2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29200-25C6-700A-2D2D-280438A1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0DB0D-E7B3-EF4F-5976-8AC824B3E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0C5FC-856A-DBB3-B422-86AEF46F6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8735C-23BE-E6E0-87A8-7C250D65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CCFFF-10B9-16F2-2BD3-26BA253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83B5D-E241-B8DA-4046-B07DF836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39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F3BB49-5EE4-0A65-1596-78D6D0344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38698-6D57-41D3-C66D-FAD80019F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32A00-D90F-BBA1-007F-357EB4A93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8727C-CEB3-4970-8B4F-11D094AF4EBC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294B-366E-9F26-05F8-AAE3E44B3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9841F-2200-1ED2-0CE9-A2D33FBE3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6A06F-317B-41C9-9330-33FFC7822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0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F0BE-821F-923A-D2C4-A72FC3FCF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813" y="768402"/>
            <a:ext cx="9144000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and Intelligent Simulation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1A185-53B7-1404-7739-6B0822D7A0F3}"/>
              </a:ext>
            </a:extLst>
          </p:cNvPr>
          <p:cNvSpPr txBox="1"/>
          <p:nvPr/>
        </p:nvSpPr>
        <p:spPr>
          <a:xfrm>
            <a:off x="6558116" y="3885617"/>
            <a:ext cx="4857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SOFTWARE ENGINEERING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 CSA1013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FACULTY: LATHA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447A9-A52B-5119-F5C1-2111447B843B}"/>
              </a:ext>
            </a:extLst>
          </p:cNvPr>
          <p:cNvSpPr txBox="1"/>
          <p:nvPr/>
        </p:nvSpPr>
        <p:spPr>
          <a:xfrm>
            <a:off x="1002891" y="3954443"/>
            <a:ext cx="390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RAGAVI  .V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192511212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95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A005-292F-1B86-8CD2-CE17CC37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88491"/>
            <a:ext cx="10515600" cy="904568"/>
          </a:xfrm>
        </p:spPr>
        <p:txBody>
          <a:bodyPr>
            <a:normAutofit/>
          </a:bodyPr>
          <a:lstStyle/>
          <a:p>
            <a:r>
              <a:rPr lang="en-IN" sz="4000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08FC3-8A7F-826C-2FD4-74331B3E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993059"/>
            <a:ext cx="11287432" cy="550606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Emerging Technology: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and Intelligent Simulation:</a:t>
            </a:r>
          </a:p>
          <a:p>
            <a:pPr algn="just">
              <a:lnSpc>
                <a:spcPct val="12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virtual representation of a physical object, system, process, or environment that is continuously updated using real-world data.</a:t>
            </a:r>
          </a:p>
          <a:p>
            <a:pPr algn="just">
              <a:lnSpc>
                <a:spcPct val="12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Simulation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simulation techniques with technologies such as Artificial Intelligence (AI), Machine Learning (ML), IoT, and data analytics to model and predict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real-world systems.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  <a:p>
            <a:pPr algn="just">
              <a:lnSpc>
                <a:spcPct val="12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System → Sensors/IoT → Real-Time Data → Digital Twin → AI &amp; Simulation → Predictions/Decisions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allow organizations to monitor existing systems, while intelligent simulation helps predict how those systems may behave under different conditions</a:t>
            </a:r>
            <a:r>
              <a:rPr lang="en-IN" sz="2000" dirty="0"/>
              <a:t>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73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4081-F044-3072-66BD-BF65B2E2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0"/>
            <a:ext cx="10515600" cy="1058779"/>
          </a:xfrm>
        </p:spPr>
        <p:txBody>
          <a:bodyPr>
            <a:normAutofit/>
          </a:bodyPr>
          <a:lstStyle/>
          <a:p>
            <a:r>
              <a:rPr lang="en-IN" sz="4000" dirty="0"/>
              <a:t>Need and Motivation: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A0AC8-6CC7-935F-24C4-22014100E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900429"/>
            <a:ext cx="11530263" cy="53748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simulation systems generally operate using predefined models and historical data. They may not continuously reflect the current condition of a physical system.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address this limitation by connecting the physical and digital worlds.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Digital Twins are Needed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physical systems.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faults and abnormal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system performance.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changes without affecting the real system.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of maintenance and operational costs.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decision-making.</a:t>
            </a:r>
          </a:p>
          <a:p>
            <a:pPr lvl="0"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resources and processes.</a:t>
            </a: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increasingly need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predictive, data-driven, and intelligent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simply monitoring systems after problems occur.</a:t>
            </a:r>
          </a:p>
          <a:p>
            <a:pPr marL="0" indent="0" algn="just">
              <a:lnSpc>
                <a:spcPct val="100000"/>
              </a:lnSpc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0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AF7D-B9E9-83EC-D847-862FA58C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0" y="14881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Working Principle: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7646-7BF1-90AC-169A-3DDF81FD1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data from the physical system.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to the digital environment.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Twin represents the current state of the physical system.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simulation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and historical data.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scenarios can be simulated.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possible outcomes.</a:t>
            </a:r>
          </a:p>
          <a:p>
            <a:pPr lvl="0" algn="just">
              <a:lnSpc>
                <a:spcPct val="10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or actions are sent back to the physical system.</a:t>
            </a:r>
          </a:p>
          <a:p>
            <a:pPr algn="just">
              <a:lnSpc>
                <a:spcPct val="10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19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19C9-0809-8F4A-3801-3D7CF027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05" y="17262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Key Components and Technologies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78B1A-F54E-2AA1-C270-08DE3AC44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58" y="1074820"/>
            <a:ext cx="5399203" cy="53580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IoT Sensors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information such as temperature, pressure, location, vibration, speed, and energy consumption.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Digital Twin Model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virtual representation of the physical object or process.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Artificial Intelligence &amp; Machine Learning</a:t>
            </a:r>
          </a:p>
          <a:p>
            <a:pPr marL="0" indent="0" algn="just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detect patterns, predict failures, and optimize operations.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Simulation Engines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different scenarios and predict how a system may behave.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B6538-8D53-933B-7F38-151590D167F4}"/>
              </a:ext>
            </a:extLst>
          </p:cNvPr>
          <p:cNvSpPr txBox="1"/>
          <p:nvPr/>
        </p:nvSpPr>
        <p:spPr>
          <a:xfrm>
            <a:off x="6351641" y="1182974"/>
            <a:ext cx="522674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Cloud Computing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storage, processing, and access to digital twin data.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Analytics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historical and real-time data to generate useful insights.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Edge Computing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close to the physical device, reducing latency for real-time applications.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Visualization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3D models allow users to monitor and interact with the digital twin.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41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0C54-F0F0-D9CD-1200-0D2299A1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Applications / Real-World Use Cases: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4AB7-4D54-E37C-AD8A-A6D99AF5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29" y="1214863"/>
            <a:ext cx="5336458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can monitor machines, predict failures, and optimize production processes.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</a:p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simulate traffic, energy consumption, infrastructure, and urban development.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patient-specific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medical device monitoring, and treatment simulation.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</a:t>
            </a:r>
          </a:p>
          <a:p>
            <a:pPr algn="just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vehicle design, testing, predictive maintenance, and manufacturing optimization.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B5481-1285-E714-E57B-3726C6059678}"/>
              </a:ext>
            </a:extLst>
          </p:cNvPr>
          <p:cNvSpPr txBox="1"/>
          <p:nvPr/>
        </p:nvSpPr>
        <p:spPr>
          <a:xfrm>
            <a:off x="6184490" y="1343818"/>
            <a:ext cx="552327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Aerospace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monitor aircraft components and simulate aircraft performance under different conditions.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monitoring power plants, wind turbines, solar farms, and energy distribution systems.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optimize vehicle routes, warehouse operations, fleet management, and delivery planning.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295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F0E0-1C7D-9DB2-C362-42871DA8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89822"/>
            <a:ext cx="10515600" cy="922901"/>
          </a:xfrm>
        </p:spPr>
        <p:txBody>
          <a:bodyPr>
            <a:normAutofit/>
          </a:bodyPr>
          <a:lstStyle/>
          <a:p>
            <a:r>
              <a:rPr lang="en-IN" sz="4000" dirty="0"/>
              <a:t>Recent Developments and Trends: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6058-4D21-0B44-DA12-765223DD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55" y="1012723"/>
            <a:ext cx="11356258" cy="541757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Digital Twins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are increasingly being integrated with digital twins to improve prediction, anomaly detection, and optimization.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can assist users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twin data and exploring possible scenarios using natural-language interaction.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Digital Twins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IoT connectivity and edge computing allow digital twins to respond to physical-system changes with lower latency.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Digital Twins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enable large-scale digital twins to process and store massive amounts of sensor data.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and Immersive Visualization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visualization, AR, and VR provide more intuitive ways to interact with complex digital models.</a:t>
            </a:r>
          </a:p>
          <a:p>
            <a:pPr marL="0" indent="0" algn="just">
              <a:lnSpc>
                <a:spcPct val="100000"/>
              </a:lnSpc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17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AF2F-8365-35D8-4B60-B6B1221D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15319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Challenges and 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807A-11E3-44F0-4707-CB7281648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78" y="1690688"/>
            <a:ext cx="518561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and availability.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systems.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threats.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synchronization between physical and digital systems.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development and maintenance costs.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common standards across platforms.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BFD4E-375C-D096-4433-2E984CDF21DD}"/>
              </a:ext>
            </a:extLst>
          </p:cNvPr>
          <p:cNvSpPr txBox="1"/>
          <p:nvPr/>
        </p:nvSpPr>
        <p:spPr>
          <a:xfrm>
            <a:off x="6171295" y="1603476"/>
            <a:ext cx="558291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are expected to become more intelligent through integration with AI, IoT, edge computing, cloud computing, and advanced simulation.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systems may support: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decision-making.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predictive analytics.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Self-optimizing industrial systems.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infrastructure management.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healthcare simulations.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transportation.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smart factories.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61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33C5-77EA-5BEB-38FD-DE342DA9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17" y="199774"/>
            <a:ext cx="10363328" cy="59663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Case Study / Example: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5FEE-1EEB-AB68-1513-122454F44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058779"/>
            <a:ext cx="11357810" cy="5599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Siemens — Digital Twin in Manufacturing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Siemens uses digital twin technologies in industrial design and manufacturing to create virtual representations of products, machines, and production processes.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design simulation.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Production-line optimization.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performance monitoring.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testing before physical implementation.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help manufacturers identify potential problems earlier, test design changes virtually, improve production efficiency, and reduce development and operational costs.</a:t>
            </a:r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72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AF56-5731-DCBD-F72F-8D08570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8984"/>
            <a:ext cx="10515600" cy="873740"/>
          </a:xfrm>
        </p:spPr>
        <p:txBody>
          <a:bodyPr>
            <a:normAutofit/>
          </a:bodyPr>
          <a:lstStyle/>
          <a:p>
            <a:r>
              <a:rPr lang="en-IN" sz="4000" dirty="0"/>
              <a:t>Conclusion and 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758F9-6E4A-FE64-1FF2-D93ED56B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012724"/>
            <a:ext cx="11316929" cy="557488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and Intelligent Simulation create a connection between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and digital worlds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real-time sensor data, virtual models, AI, simulation, and analytics, organizations can monitor systems, predict future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test different scenarios, and make better decisions.</a:t>
            </a:r>
          </a:p>
          <a:p>
            <a:pPr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has significant potential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manufacturing, healthcare, automotive, aerospace, energy, smart cities, and logistics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lvl="0"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— Digital Twin Technology and Applications.</a:t>
            </a:r>
          </a:p>
          <a:p>
            <a:pPr lvl="0"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— Digital Twins.</a:t>
            </a:r>
          </a:p>
          <a:p>
            <a:pPr lvl="0"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Siemens — Industrial Digital Twin.</a:t>
            </a:r>
          </a:p>
          <a:p>
            <a:pPr lvl="0"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— Digital Twin and Smart Manufacturing Research.</a:t>
            </a:r>
          </a:p>
          <a:p>
            <a:pPr lvl="0"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NASA — Digital Twin Concepts and Applications.</a:t>
            </a:r>
          </a:p>
          <a:p>
            <a:pPr lvl="0" algn="just"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Gartner — Digital Twin Technology and Industry Trends.</a:t>
            </a:r>
          </a:p>
          <a:p>
            <a:pPr algn="just">
              <a:lnSpc>
                <a:spcPct val="11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77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1008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Digital Twins and Intelligent Simulation</vt:lpstr>
      <vt:lpstr>INTRODUCTION:</vt:lpstr>
      <vt:lpstr>Need and Motivation:</vt:lpstr>
      <vt:lpstr>Working Principle:</vt:lpstr>
      <vt:lpstr> Key Components and Technologies  </vt:lpstr>
      <vt:lpstr>Applications / Real-World Use Cases:</vt:lpstr>
      <vt:lpstr>Recent Developments and Trends:</vt:lpstr>
      <vt:lpstr>Challenges and Future Scope:</vt:lpstr>
      <vt:lpstr>  Case Study / Example:  </vt:lpstr>
      <vt:lpstr>Conclusion and 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Ragavi V</dc:creator>
  <cp:lastModifiedBy>Ragavi V</cp:lastModifiedBy>
  <cp:revision>1</cp:revision>
  <dcterms:created xsi:type="dcterms:W3CDTF">2026-08-24T05:43:14Z</dcterms:created>
  <dcterms:modified xsi:type="dcterms:W3CDTF">2026-08-24T06:09:48Z</dcterms:modified>
</cp:coreProperties>
</file>